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Trp-cage 100 Step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FastMDXplora v2.0.1.dev20+gee7e3216e.d20260626</a:t>
            </a:r>
          </a:p>
          <a:p>
            <a:r>
              <a:t>System: 1L2Y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Full FastMDXplora workflow: setup, simulation, analysis, and report.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System preparation phase outputs:</a:t>
            </a:r>
          </a:p>
          <a:p>
            <a:pPr>
              <a:defRPr sz="1800"/>
            </a:pPr>
            <a:r>
              <a:t>- trpcage_100steps\setup</a:t>
            </a:r>
          </a:p>
          <a:p>
            <a:pPr>
              <a:defRPr sz="1800"/>
            </a:pPr>
            <a:r>
              <a:t>Parameter manifest: setup_parameters.json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Molecular dynamics simulation phase outputs:</a:t>
            </a:r>
          </a:p>
          <a:p>
            <a:pPr>
              <a:defRPr sz="1800"/>
            </a:pPr>
            <a:r>
              <a:t>- trpcage_100steps\simulation</a:t>
            </a:r>
          </a:p>
          <a:p>
            <a:pPr>
              <a:defRPr sz="1800"/>
            </a:pPr>
            <a:r>
              <a:t>Parameter manifest: simulation_parameters.json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Simulation Energy Trace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Generated from simulation/energy.csv</a:t>
            </a:r>
          </a:p>
        </p:txBody>
      </p:sp>
      <p:pic>
        <p:nvPicPr>
          <p:cNvPr id="4" name="Picture 3" descr="energy_t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824" y="1417320"/>
            <a:ext cx="6772352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080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/>
            </a:pPr>
            <a:r>
              <a:t>Potential, kinetic, and total energy over time provide a quick diagnostic of simulation stability. Large discontinuities, runaway values, or sudden jumps may indicate unstable integration settings or problematic system preparation.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Simulation Health Trace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Generated from simulation/energy.csv</a:t>
            </a:r>
          </a:p>
        </p:txBody>
      </p:sp>
      <p:pic>
        <p:nvPicPr>
          <p:cNvPr id="4" name="Picture 3" descr="simulation_heal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806" y="1417320"/>
            <a:ext cx="6388387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080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/>
            </a:pPr>
            <a:r>
              <a:t>Temperature, density, and volume traces summarize ensemble health. Stable temperature and gradually stabilizing density or volume are useful indicators that equilibration and production settings behaved as expected.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Trajectory analyses performed in this session:</a:t>
            </a:r>
          </a:p>
          <a:p>
            <a:pPr>
              <a:defRPr sz="1800"/>
            </a:pPr>
            <a:r>
              <a:t>- rmsd (ok)</a:t>
            </a:r>
          </a:p>
          <a:p>
            <a:pPr>
              <a:defRPr sz="1800"/>
            </a:pPr>
            <a:r>
              <a:t>- rg (ok)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Trajectory: 10 frames, 1618 residues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RMSD</a:t>
            </a:r>
          </a:p>
        </p:txBody>
      </p:sp>
      <p:pic>
        <p:nvPicPr>
          <p:cNvPr id="3" name="Picture 2" descr="rms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585" y="1417320"/>
            <a:ext cx="6022829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80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/>
            </a:pPr>
            <a:r>
              <a:t>RMSD tracks structural deviation from the reference conformation. A plateau suggests the system reached a relatively stable structural state, while large drift may indicate ongoing conformational change.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RG</a:t>
            </a:r>
          </a:p>
        </p:txBody>
      </p:sp>
      <p:pic>
        <p:nvPicPr>
          <p:cNvPr id="3" name="Picture 2" descr="r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111" y="1417320"/>
            <a:ext cx="6113778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80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/>
            </a:pPr>
            <a:r>
              <a:t>Radius of gyration tracks global molecular compactness over time. Stable values suggest the system maintains a consistent overall size, while large shifts may indicate compaction or expansion.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If you use FastMDXplora in your work, please cite: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Aina, A.; Kwan, D. FastMDAnalysis: Software for Automated Analysis of Molecular Dynamics Trajectories. J. Comput. Chem. 2026, 47, e70350. DOI: 10.1002/jcc.70350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