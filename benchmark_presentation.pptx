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FastMDAnalysis Runtime Scaling</a:t>
            </a:r>
          </a:p>
        </p:txBody>
      </p:sp>
      <p:pic>
        <p:nvPicPr>
          <p:cNvPr id="3" name="Picture 2" descr="fastmdanalysis_runtime_scal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8412480" cy="520147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FastMDAnalysis Memory Scaling</a:t>
            </a:r>
          </a:p>
        </p:txBody>
      </p:sp>
      <p:pic>
        <p:nvPicPr>
          <p:cNvPr id="3" name="Picture 2" descr="fastmdanalysis_memory_scal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8412480" cy="520366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MDTraj Runtime Scaling</a:t>
            </a:r>
          </a:p>
        </p:txBody>
      </p:sp>
      <p:pic>
        <p:nvPicPr>
          <p:cNvPr id="3" name="Picture 2" descr="mdtraj_runtime_scal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8412480" cy="520366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MDTraj Memory Scaling</a:t>
            </a:r>
          </a:p>
        </p:txBody>
      </p:sp>
      <p:pic>
        <p:nvPicPr>
          <p:cNvPr id="3" name="Picture 2" descr="mdtraj_memory_scal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8412480" cy="520366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MDAnalysis Runtime Scaling</a:t>
            </a:r>
          </a:p>
        </p:txBody>
      </p:sp>
      <p:pic>
        <p:nvPicPr>
          <p:cNvPr id="3" name="Picture 2" descr="mdanalysis_runtime_scal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8412480" cy="520147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MDAnalysis Memory Scaling</a:t>
            </a:r>
          </a:p>
        </p:txBody>
      </p:sp>
      <p:pic>
        <p:nvPicPr>
          <p:cNvPr id="3" name="Picture 2" descr="mdanalysis_memory_scal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8412480" cy="520366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Combined Runtime Scaling (Linear)</a:t>
            </a:r>
          </a:p>
        </p:txBody>
      </p:sp>
      <p:pic>
        <p:nvPicPr>
          <p:cNvPr id="3" name="Picture 2" descr="combined_runtime_scaling_line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8412480" cy="526064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Combined Runtime Scaling (Log)</a:t>
            </a:r>
          </a:p>
        </p:txBody>
      </p:sp>
      <p:pic>
        <p:nvPicPr>
          <p:cNvPr id="3" name="Picture 2" descr="combined_runtime_scaling_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8412480" cy="542621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Combined Memory Scaling (Linear)</a:t>
            </a:r>
          </a:p>
        </p:txBody>
      </p:sp>
      <p:pic>
        <p:nvPicPr>
          <p:cNvPr id="3" name="Picture 2" descr="combined_memory_scaling_line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8412480" cy="532023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Combined Memory Scaling (Log)</a:t>
            </a:r>
          </a:p>
        </p:txBody>
      </p:sp>
      <p:pic>
        <p:nvPicPr>
          <p:cNvPr id="3" name="Picture 2" descr="combined_memory_scaling_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8412480" cy="542621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Lines of Code Comparison</a:t>
            </a:r>
          </a:p>
        </p:txBody>
      </p:sp>
      <p:pic>
        <p:nvPicPr>
          <p:cNvPr id="3" name="Picture 2" descr="loc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8412480" cy="630048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